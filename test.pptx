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DE7"/>
    <a:srgbClr val="FFFFFF"/>
    <a:srgbClr val="F0E4EE"/>
    <a:srgbClr val="E8D4E4"/>
    <a:srgbClr val="F8F8F8"/>
    <a:srgbClr val="E0DCE6"/>
    <a:srgbClr val="6E567A"/>
    <a:srgbClr val="EAD8E5"/>
    <a:srgbClr val="8F7187"/>
    <a:srgbClr val="9E6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0" d="100"/>
          <a:sy n="80" d="100"/>
        </p:scale>
        <p:origin x="6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D1510-0480-C68A-98FD-316E0A8A8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784B7C-B14A-E65E-75E0-70F8A315A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13996-9A51-D151-6FF1-11D4A07F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DB09B-DE78-1FD0-B1FC-BCEDD6532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DBA85D-6C99-93D2-D3DA-788C422C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11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A81A4-B58D-DA1B-D75E-7A542B45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96F55-620B-8D3C-1B5F-018FA74CF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3E2E24-5705-47E5-8816-B8E15346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3EF77B-5FB8-F9CD-9633-F68EAE4F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A0078-400A-689B-A307-80C59367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49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D9703-A9B6-66F9-A2D0-3AF4091C0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7AF577-3629-F24C-5936-4070DA134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7A34B2-AE82-476B-B3D0-BCCAFB03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091F5A-9057-67B3-63F7-E191A860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DD72F-FABE-223B-35B4-436F96DA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2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16006-16F8-C76A-2C11-29D408B3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4DA51-E43A-DA60-D350-E936F4F1D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C0435F-9142-CCEC-58EB-F7E8310E1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08A1BC-372E-45CE-5564-9415BD61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C58BCC-4500-F97C-999D-7E252B20D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50528D-CA6E-CE94-79D5-9CB1388E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80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27891-7C0A-25B6-D878-25827387B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9EC220-4270-3FAF-2B43-6A07AC867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99C788-4601-10CC-3919-575E2B417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1A9CD9-3DC0-9FDA-2A01-2580BF9A8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256154-FC98-7A3B-8E33-C7CBD377D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C7BAB4-7FB6-ECE4-97DF-2A640AFD9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972759-CC32-1E86-962B-C86D9126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CA7DFB-1DCE-0C2D-4380-2C2BC409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63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DBD51-E017-888B-60C7-99152971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4BA3F1-17A4-C6CF-4284-8B767943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9D8881-F6C3-1AD3-EFCE-3D99C94D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D616BB-F99F-A4DD-0D50-D2310B6B9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7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A375AB-5BB4-5B8B-3BE4-975EF94D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CBC876-FEBB-7A80-F59B-586BAF3C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838F6B-F727-1BDA-9583-71DACB04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50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631DC-7A61-B2D9-CE24-C6F17092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42B6E5-4760-C010-D748-15765F1F9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1288B5-1E10-457D-E8AD-84FB5C7BA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FDA4D-7DB2-2832-50DF-62D8B12D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CC855B-AA49-A925-2ABC-8FB6C3CD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082CB5-7C27-0627-49B7-471AEE13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53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4C475-0317-8544-C6E0-8EA33F95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14111A-A5B9-F491-5E2A-8E2AE485C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1A351E-076B-1C79-6B7F-581B9B2DE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BA76DE-D59D-9AE5-DC48-0E2A024B6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9A6D33-9A29-1E45-79AE-F36360AB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295F4-8F70-5F7F-7A08-38AB03A2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85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D5946-76CF-A611-DDA0-537DE072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8884F6-B942-BBBE-7598-267143960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A93A7-CDF9-A463-0804-69F63D5C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0187ED-E838-5DBE-21B9-CD1329EB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0C638-6CE5-A517-7F92-09D730CB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432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F17EED-E6E1-E99B-5E02-9B5521E80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F2037A-05AE-828C-F220-6EABAA466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915E3-F43B-804E-AE67-A7D741CC1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C3447-17C6-3DF6-DCA9-6E96578B7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10942-81E5-E2A9-6FF1-24155A80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46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3494EE-9A33-9E80-0D09-8773B5846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EF6B74-AAA1-9F23-94C2-02AB2C130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CA8362-8687-C6A1-8928-FC7CE1257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DC2EB-E05A-4130-81B9-25D4C3012D31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7B2C9E-7FAD-C5F0-41CA-70C7B8CB6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43525-3990-C19F-117F-34352E471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96FEB-B417-4165-BCE2-7990D70E8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8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74DC5-0338-AD9B-C704-922A666A0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 err="1">
                <a:solidFill>
                  <a:srgbClr val="E4DDE7"/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캡스톤</a:t>
            </a:r>
            <a:r>
              <a:rPr lang="ko-KR" altLang="en-US" sz="4400" dirty="0">
                <a:solidFill>
                  <a:srgbClr val="E4DDE7"/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 최종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E9B327-78CE-7A0F-593B-E0FA2C0ED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9E628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solidFill>
                  <a:srgbClr val="9E628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 나은채 조수인 조윤경</a:t>
            </a:r>
          </a:p>
        </p:txBody>
      </p:sp>
    </p:spTree>
    <p:extLst>
      <p:ext uri="{BB962C8B-B14F-4D97-AF65-F5344CB8AC3E}">
        <p14:creationId xmlns:p14="http://schemas.microsoft.com/office/powerpoint/2010/main" val="288356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5992F-1F21-94E3-29D4-E3FFDB4C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F0E4EE"/>
                </a:solidFill>
                <a:latin typeface="210 M고딕OTF 100" panose="02020503020101020101" pitchFamily="18" charset="-127"/>
                <a:ea typeface="210 M고딕OTF 100" panose="02020503020101020101" pitchFamily="18" charset="-127"/>
              </a:rPr>
              <a:t>문제 인식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3C7D6-CB9B-8BD6-86A1-B1B19AF7C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PPT</a:t>
            </a:r>
            <a:r>
              <a:rPr lang="ko-KR" altLang="en-US" sz="20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 제작 및 점검</a:t>
            </a:r>
            <a:endParaRPr lang="en-US" altLang="ko-KR" sz="20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사용자가 직접 만든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PPT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의 품질 점검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가독성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심미성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색감 대비 등에 대한 객관적인 평가 필요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폰트 크기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자간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정렬 등 세부 사항 점검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좋은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PPT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와 나쁜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PPT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디자인을 구분해서 구체적인 수정 사항과 피드백을 제시하고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‘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수정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’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버튼을 눌러 사용자의 선택에 따라 수정 여부를 선택할 수 있도록 함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모델의 정확도를 보장하기 위해 기존의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PPT dataset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을 수집하여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3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명이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200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장 정도 라벨링을 해서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CLIP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을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linear probe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훈련시켜 나머지 데이터를 </a:t>
            </a:r>
            <a:r>
              <a:rPr lang="en-US" altLang="ko-KR" sz="1800" dirty="0" err="1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autolabeling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하였음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추가로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rule based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방식을 도입하여 수식적으로 가독성과 색상 대비 점수 등을 계산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885A73-2C53-3B58-769C-45E14CCD1F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4521123"/>
            <a:ext cx="3880740" cy="2195989"/>
          </a:xfrm>
          <a:prstGeom prst="rect">
            <a:avLst/>
          </a:prstGeom>
        </p:spPr>
      </p:pic>
      <p:pic>
        <p:nvPicPr>
          <p:cNvPr id="5" name="그림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95B74A-3550-CDCD-F469-C8DC4BFDDE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120" y="3866505"/>
            <a:ext cx="5111568" cy="285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925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38870-4B6C-419E-2348-F697AD15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E0DCE6"/>
                </a:solidFill>
                <a:latin typeface="210 M고딕OTF 100" panose="02020503020101020101" pitchFamily="18" charset="-127"/>
                <a:ea typeface="210 M고딕OTF 100" panose="02020503020101020101" pitchFamily="18" charset="-127"/>
              </a:rPr>
              <a:t>기능 소개</a:t>
            </a:r>
            <a:endParaRPr lang="ko-KR" altLang="en-US" sz="4000" dirty="0">
              <a:solidFill>
                <a:srgbClr val="E0DCE6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4F2B9-2931-34B2-43D1-CF3A6ADA6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점검 항목</a:t>
            </a:r>
            <a:endParaRPr lang="en-US" altLang="ko-KR" sz="20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가독성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: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텍스트 양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폰트 크기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자간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심미성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: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색상 대비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레이아웃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  <a:p>
            <a:pPr lvl="1"/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통일성 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: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폰트 일관성</a:t>
            </a:r>
            <a:r>
              <a:rPr lang="en-US" altLang="ko-KR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, </a:t>
            </a:r>
            <a:r>
              <a:rPr lang="ko-KR" altLang="en-US" sz="1800" dirty="0">
                <a:solidFill>
                  <a:srgbClr val="6E567A"/>
                </a:solidFill>
                <a:latin typeface="210 M고딕OTF 050" panose="02020503020101020101" pitchFamily="18" charset="-127"/>
                <a:ea typeface="210 M고딕OTF 050" panose="02020503020101020101" pitchFamily="18" charset="-127"/>
              </a:rPr>
              <a:t>도형 및 색 일관성</a:t>
            </a:r>
            <a:endParaRPr lang="en-US" altLang="ko-KR" sz="1800" dirty="0">
              <a:solidFill>
                <a:srgbClr val="6E567A"/>
              </a:solidFill>
              <a:latin typeface="210 M고딕OTF 050" panose="02020503020101020101" pitchFamily="18" charset="-127"/>
              <a:ea typeface="210 M고딕OTF 050" panose="02020503020101020101" pitchFamily="18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034A24E-6318-22F6-E5B4-2309D107D3AD}"/>
              </a:ext>
            </a:extLst>
          </p:cNvPr>
          <p:cNvSpPr/>
          <p:nvPr/>
        </p:nvSpPr>
        <p:spPr>
          <a:xfrm>
            <a:off x="3003177" y="3621742"/>
            <a:ext cx="1613647" cy="1613647"/>
          </a:xfrm>
          <a:prstGeom prst="ellipse">
            <a:avLst/>
          </a:prstGeom>
          <a:solidFill>
            <a:srgbClr val="E0D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FFFF"/>
                </a:solidFill>
              </a:rPr>
              <a:t>가독성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8521DF8-FD09-E90F-0F48-00E240BFBB11}"/>
              </a:ext>
            </a:extLst>
          </p:cNvPr>
          <p:cNvSpPr/>
          <p:nvPr/>
        </p:nvSpPr>
        <p:spPr>
          <a:xfrm>
            <a:off x="5374342" y="3621741"/>
            <a:ext cx="1613647" cy="1613647"/>
          </a:xfrm>
          <a:prstGeom prst="ellipse">
            <a:avLst/>
          </a:prstGeom>
          <a:solidFill>
            <a:srgbClr val="8F71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FFFF"/>
                </a:solidFill>
              </a:rPr>
              <a:t>심미성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5E6630B-CFD8-C30F-359A-6C4DA7505451}"/>
              </a:ext>
            </a:extLst>
          </p:cNvPr>
          <p:cNvSpPr/>
          <p:nvPr/>
        </p:nvSpPr>
        <p:spPr>
          <a:xfrm>
            <a:off x="7947213" y="3621741"/>
            <a:ext cx="1613647" cy="1613647"/>
          </a:xfrm>
          <a:prstGeom prst="ellipse">
            <a:avLst/>
          </a:prstGeom>
          <a:solidFill>
            <a:srgbClr val="EAD8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FFFF"/>
                </a:solidFill>
              </a:rPr>
              <a:t>통일성</a:t>
            </a:r>
          </a:p>
        </p:txBody>
      </p:sp>
    </p:spTree>
    <p:extLst>
      <p:ext uri="{BB962C8B-B14F-4D97-AF65-F5344CB8AC3E}">
        <p14:creationId xmlns:p14="http://schemas.microsoft.com/office/powerpoint/2010/main" val="1563516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137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210 M고딕OTF 050</vt:lpstr>
      <vt:lpstr>210 M고딕OTF 100</vt:lpstr>
      <vt:lpstr>나눔고딕</vt:lpstr>
      <vt:lpstr>나눔고딕OTF ExtraBold</vt:lpstr>
      <vt:lpstr>맑은 고딕</vt:lpstr>
      <vt:lpstr>Arial</vt:lpstr>
      <vt:lpstr>Office 테마</vt:lpstr>
      <vt:lpstr>캡스톤 최종 발표</vt:lpstr>
      <vt:lpstr>문제 인식</vt:lpstr>
      <vt:lpstr>기능 소개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나은채</dc:creator>
  <cp:lastModifiedBy>나은채</cp:lastModifiedBy>
  <cp:revision>28</cp:revision>
  <dcterms:created xsi:type="dcterms:W3CDTF">2025-12-04T03:03:53Z</dcterms:created>
  <dcterms:modified xsi:type="dcterms:W3CDTF">2025-12-09T11:25:47Z</dcterms:modified>
</cp:coreProperties>
</file>