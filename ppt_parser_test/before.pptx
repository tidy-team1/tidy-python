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BCEA"/>
    <a:srgbClr val="E8D65C"/>
    <a:srgbClr val="EBE99B"/>
    <a:srgbClr val="640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CBBCD-AE25-9E80-0F8F-2A04D6F40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111CCC-1E64-30E0-9150-CC0CF0199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C7B90-C8D6-9AA6-77ED-90641285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0C36B1-B219-6BF8-2732-1DF3F8CB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EA7D3C-7BB7-320C-2D5C-834123F4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560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A4A50-8C0F-BBF7-F784-83DA3F16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F3E34-66C6-5F1D-4199-46E209179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279DA-421D-0851-723E-4DB98517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B8901D-0C8A-EDBD-F777-2F145C47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9F50C-592C-58A5-F6DA-09D57136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0632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3698-C6E1-E733-9B19-95EF7580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CF512-4148-101E-729B-09D0234D9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6F43E-1F5A-3DFE-0466-B59E3994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6CC418-3A79-6FDF-A4AD-1C0808C9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7EC125-869E-CF79-B9D4-F256F918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0710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7B29B-5D0E-A9CE-940D-FBDCCA77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97446-6698-C370-4E13-0D6CDD259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41D77-C009-C73A-D68B-313D9511D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8923C4-24C9-CB56-800D-EF8A7761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11115F-B37B-D71C-81D7-89DFE83B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95C7D4-A4BB-8BE7-E44A-0A31D1F0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467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99235-E4D3-7B63-75D1-A10E11EA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B4C799-C0C4-0C45-D31E-49566E228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E1E97-386B-A1B4-7E39-5129944AA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E9DC19-50C0-FCF9-1626-5C02F23B5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B5FC08-0A37-4AFE-E541-48E4272E9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8203C3-AE82-81D4-E3BA-347384EF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A5A7A6-04AE-AF46-39B3-33BF5EDD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34242E-1B9E-2D4B-B852-C8BFC16F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4450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9B1E3-0CB0-33FA-8A1C-10F21922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782A13-5165-7D3E-BD13-A91F0B1D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1CD599-D51F-3057-FA89-D6DFA5FF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FD90E-A517-C062-805C-14D24466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5192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1C2110-AB35-6B72-AE7B-50CEDF17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2F5D0C-FCC3-7505-EA19-C1063070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7C4FA-84D8-D397-4001-59B1F046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4418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F9684-377C-DE51-1C7D-D32E0B7B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FBB7E-8D77-795D-9E9F-7F9E61C54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8625C8-04A9-36D0-0CAF-2C471C3FC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AFBEBC-F080-7797-8240-5A039C46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BFBFE3-C181-A1E9-C196-68EFEEA2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DC1188-0104-57DC-C0BA-D7C71030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2154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F9983-1E4F-3942-2E8C-411CECE1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583EB0-C2D6-88EA-E921-6C94653CB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5423C2-0A35-206B-513B-F14568B04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A66818-3C93-EF60-B7AC-E632E5CA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A8D09A-0797-ECDB-9CB9-0513AA38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290228-CCD1-D24A-E616-6B9C77E5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653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351C6-575F-9B01-5E58-9746D3A4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1FCCFE-F091-67B0-3245-7241AB8A2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7D0B90-F0B3-F707-FF35-CE6E795C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12543-76D2-04F6-A659-99732B9A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38ABA-93D4-3174-1D85-CED44F42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8587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91BCFA-FD05-0DE3-416F-A0C3EE930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617D21-C350-2DE0-473D-B3585FEBE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30DDA9-BE18-A427-FD45-7396E998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D6989-07F3-9243-E960-76E1FCBC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DF6B8-7F48-42AC-8CE1-8078BA63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0723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B9C938-CBA5-373A-99EA-D96A9997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E63C70-8317-0C93-4044-C75AEC940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80DBD8-B1E6-A93B-EA37-2E0B6C513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BAE03-82A3-434C-A600-848AA12A74C0}" type="datetimeFigureOut">
              <a:rPr kumimoji="1" lang="ko-Kore-KR" altLang="en-US" smtClean="0"/>
              <a:t>2025. 9. 6.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112616-EE50-DC0D-5E2A-18309A567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4480A1-A1C8-D025-8A7E-2FD570757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DBE42-5069-1649-926E-20439137F28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7234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ewiki.net/wiki/%EC%82%AC%EA%B3%BC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38447-8381-7D81-9D6E-295D6EA3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텍스트 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CD8D84-2738-937E-44AE-C4A1B47C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00660"/>
            <a:ext cx="10515600" cy="3833770"/>
          </a:xfrm>
        </p:spPr>
        <p:txBody>
          <a:bodyPr>
            <a:normAutofit/>
          </a:bodyPr>
          <a:lstStyle/>
          <a:p>
            <a:pPr marL="0" indent="0">
              <a:lnSpc>
                <a:spcPct val="50000"/>
              </a:lnSpc>
              <a:buNone/>
            </a:pPr>
            <a:r>
              <a:rPr kumimoji="1" lang="ko-Kore-KR" altLang="en-US" sz="2400" dirty="0"/>
              <a:t>수정 전 텍스트입니다</a:t>
            </a:r>
            <a:endParaRPr kumimoji="1" lang="en-US" altLang="ko-Kore-KR" sz="2400" dirty="0"/>
          </a:p>
          <a:p>
            <a:pPr marL="0" indent="0">
              <a:lnSpc>
                <a:spcPct val="50000"/>
              </a:lnSpc>
              <a:buNone/>
            </a:pPr>
            <a:r>
              <a:rPr kumimoji="1" lang="ko-Kore-KR" altLang="en-US" sz="2400" dirty="0"/>
              <a:t>내용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줄간격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크기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위치</a:t>
            </a:r>
            <a:r>
              <a:rPr kumimoji="1" lang="en-US" altLang="ko-Kore-KR" sz="2400" dirty="0"/>
              <a:t>,</a:t>
            </a:r>
            <a:r>
              <a:rPr kumimoji="1" lang="ko-Kore-KR" altLang="en-US" sz="2400" dirty="0"/>
              <a:t> 색깔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폰트를 바꿔봅시다</a:t>
            </a:r>
            <a:endParaRPr kumimoji="1" lang="en-US" altLang="ko-Kore-KR" sz="2400" dirty="0"/>
          </a:p>
          <a:p>
            <a:pPr marL="0" indent="0">
              <a:lnSpc>
                <a:spcPct val="50000"/>
              </a:lnSpc>
              <a:buNone/>
            </a:pPr>
            <a:r>
              <a:rPr kumimoji="1" lang="ko-Kore-KR" altLang="en-US" sz="2400" dirty="0"/>
              <a:t>빽빽한</a:t>
            </a:r>
            <a:r>
              <a:rPr kumimoji="1" lang="ko-KR" altLang="en-US" sz="2400" dirty="0"/>
              <a:t> 줄간격이 잘 보이기 위해</a:t>
            </a:r>
            <a:r>
              <a:rPr kumimoji="1" lang="ko-Kore-KR" altLang="en-US" sz="2400" dirty="0"/>
              <a:t> 아무거나 적겠습니다</a:t>
            </a:r>
            <a:endParaRPr kumimoji="1" lang="en-US" altLang="ko-Kore-KR" sz="2400" dirty="0"/>
          </a:p>
          <a:p>
            <a:pPr marL="0" indent="0">
              <a:lnSpc>
                <a:spcPct val="50000"/>
              </a:lnSpc>
              <a:buNone/>
            </a:pPr>
            <a:endParaRPr kumimoji="1" lang="en-US" altLang="ko-Kore-KR" sz="2400" dirty="0"/>
          </a:p>
        </p:txBody>
      </p:sp>
    </p:spTree>
    <p:extLst>
      <p:ext uri="{BB962C8B-B14F-4D97-AF65-F5344CB8AC3E}">
        <p14:creationId xmlns:p14="http://schemas.microsoft.com/office/powerpoint/2010/main" val="380987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8FBD4-81DA-C402-EBAE-1D6FA175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도형 수정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598E438-B3F6-69CD-43EC-4DEA41EC81FB}"/>
              </a:ext>
            </a:extLst>
          </p:cNvPr>
          <p:cNvSpPr/>
          <p:nvPr/>
        </p:nvSpPr>
        <p:spPr>
          <a:xfrm>
            <a:off x="838201" y="2591528"/>
            <a:ext cx="2160000" cy="2160000"/>
          </a:xfrm>
          <a:prstGeom prst="ellipse">
            <a:avLst/>
          </a:prstGeom>
          <a:solidFill>
            <a:srgbClr val="3FBCE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5B5C4E2-5640-78A0-AD69-F1EB27C9B285}"/>
              </a:ext>
            </a:extLst>
          </p:cNvPr>
          <p:cNvSpPr/>
          <p:nvPr/>
        </p:nvSpPr>
        <p:spPr>
          <a:xfrm>
            <a:off x="6387904" y="3580068"/>
            <a:ext cx="2160000" cy="2160000"/>
          </a:xfrm>
          <a:prstGeom prst="ellipse">
            <a:avLst/>
          </a:prstGeom>
          <a:solidFill>
            <a:srgbClr val="3FB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7197925-B754-2E3C-D87B-8AE5032B5AC7}"/>
              </a:ext>
            </a:extLst>
          </p:cNvPr>
          <p:cNvSpPr/>
          <p:nvPr/>
        </p:nvSpPr>
        <p:spPr>
          <a:xfrm>
            <a:off x="3866310" y="2761957"/>
            <a:ext cx="1653485" cy="1819142"/>
          </a:xfrm>
          <a:prstGeom prst="ellipse">
            <a:avLst/>
          </a:prstGeom>
          <a:solidFill>
            <a:srgbClr val="EBE9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FF3BC35-F7FC-7D9C-FD15-4FA4AFC3D266}"/>
              </a:ext>
            </a:extLst>
          </p:cNvPr>
          <p:cNvSpPr/>
          <p:nvPr/>
        </p:nvSpPr>
        <p:spPr>
          <a:xfrm>
            <a:off x="9193799" y="2591528"/>
            <a:ext cx="2160000" cy="2160000"/>
          </a:xfrm>
          <a:prstGeom prst="ellipse">
            <a:avLst/>
          </a:prstGeom>
          <a:solidFill>
            <a:srgbClr val="3FBCE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AB655-774A-5643-6F62-BB6EF02B84D6}"/>
              </a:ext>
            </a:extLst>
          </p:cNvPr>
          <p:cNvSpPr txBox="1"/>
          <p:nvPr/>
        </p:nvSpPr>
        <p:spPr>
          <a:xfrm>
            <a:off x="838200" y="1462172"/>
            <a:ext cx="6346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dirty="0"/>
              <a:t>두번째는 색과 크기를 바꾸고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세번째는 위치와 투명도를 수정</a:t>
            </a:r>
          </a:p>
        </p:txBody>
      </p:sp>
    </p:spTree>
    <p:extLst>
      <p:ext uri="{BB962C8B-B14F-4D97-AF65-F5344CB8AC3E}">
        <p14:creationId xmlns:p14="http://schemas.microsoft.com/office/powerpoint/2010/main" val="169158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2583D-C2D2-B8C0-354F-3B109B06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이미지 수정</a:t>
            </a:r>
          </a:p>
        </p:txBody>
      </p:sp>
      <p:pic>
        <p:nvPicPr>
          <p:cNvPr id="4" name="그림 3" descr="과일, 자연 식품, 사과, 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39B5E0-8218-B7EE-60B6-EBA959DD1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51074" y="2341568"/>
            <a:ext cx="2416126" cy="21748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E1DFD7-951F-5B7C-0147-B9A4F95277AE}"/>
              </a:ext>
            </a:extLst>
          </p:cNvPr>
          <p:cNvSpPr txBox="1"/>
          <p:nvPr/>
        </p:nvSpPr>
        <p:spPr>
          <a:xfrm>
            <a:off x="4957425" y="9088394"/>
            <a:ext cx="228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ore-KR" altLang="en-US" sz="900"/>
              <a:t>알 수 없는 작성자 님의 </a:t>
            </a:r>
            <a:r>
              <a:rPr lang="ko-Kore-KR" altLang="en-US" sz="900">
                <a:hlinkClick r:id="rId3" tooltip="https://librewiki.net/wiki/%EC%82%AC%EA%B3%BC"/>
              </a:rPr>
              <a:t>이 사진</a:t>
            </a:r>
            <a:r>
              <a:rPr lang="ko-Kore-KR" altLang="en-US" sz="900"/>
              <a:t>에는 </a:t>
            </a:r>
            <a:r>
              <a:rPr lang="ko-Kore-KR" altLang="en-US" sz="900">
                <a:hlinkClick r:id="rId4" tooltip="https://creativecommons.org/licenses/by-sa/3.0/"/>
              </a:rPr>
              <a:t>CC BY-SA</a:t>
            </a:r>
            <a:r>
              <a:rPr lang="ko-Kore-KR" altLang="en-US" sz="900"/>
              <a:t> 라이선스가 적용됩니다.</a:t>
            </a: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13507FB9-6866-7F02-A9DD-C1A6107B34B3}"/>
              </a:ext>
            </a:extLst>
          </p:cNvPr>
          <p:cNvSpPr/>
          <p:nvPr/>
        </p:nvSpPr>
        <p:spPr>
          <a:xfrm>
            <a:off x="5649310" y="3108434"/>
            <a:ext cx="893380" cy="641131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86810-3003-8D87-4765-8942E47CEF3C}"/>
              </a:ext>
            </a:extLst>
          </p:cNvPr>
          <p:cNvSpPr txBox="1"/>
          <p:nvPr/>
        </p:nvSpPr>
        <p:spPr>
          <a:xfrm>
            <a:off x="4548941" y="4145231"/>
            <a:ext cx="30941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/>
              <a:t>크기는 키우고</a:t>
            </a:r>
            <a:endParaRPr kumimoji="1" lang="en-US" altLang="ko-Kore-KR" dirty="0"/>
          </a:p>
          <a:p>
            <a:pPr algn="ctr"/>
            <a:r>
              <a:rPr kumimoji="1" lang="ko-Kore-KR" altLang="en-US" dirty="0"/>
              <a:t>오른쪽 위치에 가도록</a:t>
            </a:r>
            <a:endParaRPr kumimoji="1" lang="en-US" altLang="ko-Kore-KR" dirty="0"/>
          </a:p>
          <a:p>
            <a:pPr algn="ctr"/>
            <a:r>
              <a:rPr kumimoji="1" lang="ko-Kore-KR" altLang="en-US" dirty="0"/>
              <a:t>투명도를 조금 높여 흐릿하게</a:t>
            </a:r>
            <a:endParaRPr kumimoji="1"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75126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58</Words>
  <Application>Microsoft Macintosh PowerPoint</Application>
  <PresentationFormat>와이드스크린</PresentationFormat>
  <Paragraphs>11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테마</vt:lpstr>
      <vt:lpstr>텍스트 수정</vt:lpstr>
      <vt:lpstr>도형 수정</vt:lpstr>
      <vt:lpstr>이미지 수정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7</cp:revision>
  <dcterms:created xsi:type="dcterms:W3CDTF">2025-09-05T15:42:26Z</dcterms:created>
  <dcterms:modified xsi:type="dcterms:W3CDTF">2025-09-06T04:54:08Z</dcterms:modified>
</cp:coreProperties>
</file>