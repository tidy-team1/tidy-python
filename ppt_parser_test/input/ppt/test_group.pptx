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그룹 밖 텍스트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사각형 안 텍스트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18288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