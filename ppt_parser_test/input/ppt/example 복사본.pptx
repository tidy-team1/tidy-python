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ko-Kore-K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1"/>
    <p:restoredTop sz="94694"/>
  </p:normalViewPr>
  <p:slideViewPr>
    <p:cSldViewPr snapToGrid="0">
      <p:cViewPr varScale="1">
        <p:scale>
          <a:sx n="104" d="100"/>
          <a:sy n="104" d="100"/>
        </p:scale>
        <p:origin x="232" y="5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15FF7CE-1F7A-E6B2-8D57-C7A08C79FD7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ko-KR" altLang="en-US"/>
              <a:t>마스터 제목 스타일 편집</a:t>
            </a:r>
            <a:endParaRPr kumimoji="1" lang="ko-Kore-KR" altLang="en-US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748CD106-B131-EB7C-8F3C-8D4AFF0E9AD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ko-KR" altLang="en-US"/>
              <a:t>클릭하여 마스터 부제목 스타일 편집</a:t>
            </a:r>
            <a:endParaRPr kumimoji="1" lang="ko-Kore-KR" altLang="en-US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F15D555-5A19-8223-5B47-AC43C3F52F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1CE037-A70E-554A-95E9-E4F29F9C3583}" type="datetimeFigureOut">
              <a:rPr kumimoji="1" lang="ko-Kore-KR" altLang="en-US"/>
              <a:t>2025. 9. 17.</a:t>
            </a:fld>
            <a:endParaRPr kumimoji="1" lang="ko-Kore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7138EA8-3A78-1561-57B5-5FAE0BC1B0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3C06212-972A-32E9-9020-8402BD907F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FF13B6-280A-5742-BE36-F05EB888F786}" type="slidenum">
              <a:rPr kumimoji="1" lang="ko-Kore-KR" altLang="en-US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24251750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441AAC4-12AC-8219-7C0D-4A8EF13D82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  <a:endParaRPr kumimoji="1" lang="ko-Kore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9FE8FEB-EFDF-8FF3-E621-6B3A98D62C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  <a:endParaRPr kumimoji="1" lang="ko-Kore-KR" altLang="en-US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BB502D3-0FEE-FEA6-0408-0C6BE6A684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1CE037-A70E-554A-95E9-E4F29F9C3583}" type="datetimeFigureOut">
              <a:rPr kumimoji="1" lang="ko-Kore-KR" altLang="en-US"/>
              <a:t>2025. 9. 17.</a:t>
            </a:fld>
            <a:endParaRPr kumimoji="1" lang="ko-Kore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D6442BA-3DEA-A153-9EBC-57449C24BF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E6D998F-09D4-1B4C-C9C6-7B451C9CD9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FF13B6-280A-5742-BE36-F05EB888F786}" type="slidenum">
              <a:rPr kumimoji="1" lang="ko-Kore-KR" altLang="en-US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17452284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767ED1E-56DD-F989-C455-CE25BC98C2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ko-KR" altLang="en-US"/>
              <a:t>마스터 제목 스타일 편집</a:t>
            </a:r>
            <a:endParaRPr kumimoji="1" lang="ko-Kore-KR" altLang="en-US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CF98BF70-1A95-77BC-143E-C69820C9382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91163CD-34BD-F29E-8935-DCC8859B58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1CE037-A70E-554A-95E9-E4F29F9C3583}" type="datetimeFigureOut">
              <a:rPr kumimoji="1" lang="ko-Kore-KR" altLang="en-US"/>
              <a:t>2025. 9. 17.</a:t>
            </a:fld>
            <a:endParaRPr kumimoji="1" lang="ko-Kore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79A8172-1A04-925A-3886-63368CDC48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E59529E-D39D-A4B0-8DC6-E29E628F20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FF13B6-280A-5742-BE36-F05EB888F786}" type="slidenum">
              <a:rPr kumimoji="1" lang="ko-Kore-KR" altLang="en-US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31933018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3ECFAC8-9716-9E0E-6E75-D257B03521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  <a:endParaRPr kumimoji="1" lang="ko-Kore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89750E5-EB0B-6C5F-5B2C-B22DE37C62E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  <a:endParaRPr kumimoji="1" lang="ko-Kore-KR" altLang="en-US"/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7DF4FB41-8649-E246-343E-D4D4CCF21DE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  <a:endParaRPr kumimoji="1" lang="ko-Kore-KR" altLang="en-US"/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5D73ADC7-61D1-0371-3BB9-EEF87735FE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1CE037-A70E-554A-95E9-E4F29F9C3583}" type="datetimeFigureOut">
              <a:rPr kumimoji="1" lang="ko-Kore-KR" altLang="en-US"/>
              <a:t>2025. 9. 17.</a:t>
            </a:fld>
            <a:endParaRPr kumimoji="1" lang="ko-Kore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DA9C434C-7435-861D-F5A7-CD368346F9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21B07E81-9C4A-5D5F-9C79-D5FFBFAD6D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FF13B6-280A-5742-BE36-F05EB888F786}" type="slidenum">
              <a:rPr kumimoji="1" lang="ko-Kore-KR" altLang="en-US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25798626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1A760CC-C82B-9627-19D4-1490FFAA3C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ko-KR" altLang="en-US"/>
              <a:t>마스터 제목 스타일 편집</a:t>
            </a:r>
            <a:endParaRPr kumimoji="1" lang="ko-Kore-KR" altLang="en-US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A67103AB-4EEA-7241-44D3-6C1B2DE26DB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A7008C7E-2499-42AC-8C7F-35A5F269B7F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  <a:endParaRPr kumimoji="1" lang="ko-Kore-KR" altLang="en-US"/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54507C38-6675-AEB8-C10A-D9DD2E23CFD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5522EB78-2CC0-60C3-D346-F21DF620F3B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  <a:endParaRPr kumimoji="1" lang="ko-Kore-KR" altLang="en-US"/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EA65E8E0-21E5-51C4-C1B1-6417CA59D9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1CE037-A70E-554A-95E9-E4F29F9C3583}" type="datetimeFigureOut">
              <a:rPr kumimoji="1" lang="ko-Kore-KR" altLang="en-US"/>
              <a:t>2025. 9. 17.</a:t>
            </a:fld>
            <a:endParaRPr kumimoji="1" lang="ko-Kore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8DB5E125-329C-D7D0-63BF-866A015389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1A7E2202-EEDF-147A-B91A-51F8623BB6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FF13B6-280A-5742-BE36-F05EB888F786}" type="slidenum">
              <a:rPr kumimoji="1" lang="ko-Kore-KR" altLang="en-US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39257654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5369BA5-B125-4E81-1118-B3D83D7295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  <a:endParaRPr kumimoji="1" lang="ko-Kore-KR" altLang="en-US"/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7CF3A80A-8DEA-3F12-324C-A4AEDFEAE8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1CE037-A70E-554A-95E9-E4F29F9C3583}" type="datetimeFigureOut">
              <a:rPr kumimoji="1" lang="ko-Kore-KR" altLang="en-US"/>
              <a:t>2025. 9. 17.</a:t>
            </a:fld>
            <a:endParaRPr kumimoji="1" lang="ko-Kore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BFF6D0FF-AE20-7589-AED3-81E1A3CA5E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AA10EDDE-F93B-0C9E-021C-3960869E0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FF13B6-280A-5742-BE36-F05EB888F786}" type="slidenum">
              <a:rPr kumimoji="1" lang="ko-Kore-KR" altLang="en-US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28031531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44272F69-1A14-F6DD-5A71-6E4E2E7F4D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1CE037-A70E-554A-95E9-E4F29F9C3583}" type="datetimeFigureOut">
              <a:rPr kumimoji="1" lang="ko-Kore-KR" altLang="en-US"/>
              <a:t>2025. 9. 17.</a:t>
            </a:fld>
            <a:endParaRPr kumimoji="1" lang="ko-Kore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98477526-4277-BD27-B522-DE8DF3B797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53659C6-61A9-252E-09D6-7C571910C1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FF13B6-280A-5742-BE36-F05EB888F786}" type="slidenum">
              <a:rPr kumimoji="1" lang="ko-Kore-KR" altLang="en-US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5881153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11A7224-295B-3540-D327-F86487EA11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ko-KR" altLang="en-US"/>
              <a:t>마스터 제목 스타일 편집</a:t>
            </a:r>
            <a:endParaRPr kumimoji="1" lang="ko-Kore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6EB3D1F-E575-420E-632F-B1AF78CCA7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  <a:endParaRPr kumimoji="1" lang="ko-Kore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2073CE53-BFAF-64B8-0594-127761A4521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82771069-46E2-DBB4-F9A5-7D02805EE3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1CE037-A70E-554A-95E9-E4F29F9C3583}" type="datetimeFigureOut">
              <a:rPr kumimoji="1" lang="ko-Kore-KR" altLang="en-US"/>
              <a:t>2025. 9. 17.</a:t>
            </a:fld>
            <a:endParaRPr kumimoji="1" lang="ko-Kore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32C2F2AE-A865-EA09-788A-ED594637D3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2A4BA07F-C327-16AD-C8F2-70382A5955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FF13B6-280A-5742-BE36-F05EB888F786}" type="slidenum">
              <a:rPr kumimoji="1" lang="ko-Kore-KR" altLang="en-US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2051355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50BAC22-15DC-25DC-92C6-D9994F9155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ko-KR" altLang="en-US"/>
              <a:t>마스터 제목 스타일 편집</a:t>
            </a:r>
            <a:endParaRPr kumimoji="1" lang="ko-Kore-KR" altLang="en-US"/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4D887504-FEF8-CBE6-2E8F-E870AA37524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ko-Kore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B885CD43-40A9-690D-93BB-CC5A8BEF07C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EF376D08-204E-BA02-1199-A76B6ECBA0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1CE037-A70E-554A-95E9-E4F29F9C3583}" type="datetimeFigureOut">
              <a:rPr kumimoji="1" lang="ko-Kore-KR" altLang="en-US"/>
              <a:t>2025. 9. 17.</a:t>
            </a:fld>
            <a:endParaRPr kumimoji="1" lang="ko-Kore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40E26732-B21F-02F0-D9C6-EFAE4FD7BD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760AA7A9-E98E-9530-CD25-74CEE628E2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FF13B6-280A-5742-BE36-F05EB888F786}" type="slidenum">
              <a:rPr kumimoji="1" lang="ko-Kore-KR" altLang="en-US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8122585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9B8CEAD-C9CF-2A0A-EFD3-28ABE24332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  <a:endParaRPr kumimoji="1" lang="ko-Kore-KR" altLang="en-US"/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3EDE7A66-96DB-0BFD-4FE9-52B451C52DB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  <a:endParaRPr kumimoji="1" lang="ko-Kore-KR" altLang="en-US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CB0E463-99E0-96DF-1B14-32BFCA9064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1CE037-A70E-554A-95E9-E4F29F9C3583}" type="datetimeFigureOut">
              <a:rPr kumimoji="1" lang="ko-Kore-KR" altLang="en-US"/>
              <a:t>2025. 9. 17.</a:t>
            </a:fld>
            <a:endParaRPr kumimoji="1" lang="ko-Kore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5A65975-62C4-3EF8-C4B8-FDA4274355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1992306-AAF6-9BF5-8249-CA6D74391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FF13B6-280A-5742-BE36-F05EB888F786}" type="slidenum">
              <a:rPr kumimoji="1" lang="ko-Kore-KR" altLang="en-US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858915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4BE69C3D-65A8-0218-8D9C-3562D6A08CA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ko-KR" altLang="en-US"/>
              <a:t>마스터 제목 스타일 편집</a:t>
            </a:r>
            <a:endParaRPr kumimoji="1" lang="ko-Kore-KR" altLang="en-US"/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B3F85237-F5B4-0C9B-241A-913557C748F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  <a:endParaRPr kumimoji="1" lang="ko-Kore-KR" altLang="en-US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117328A-BCCF-161D-BFD8-944BDA37C9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1CE037-A70E-554A-95E9-E4F29F9C3583}" type="datetimeFigureOut">
              <a:rPr kumimoji="1" lang="ko-Kore-KR" altLang="en-US"/>
              <a:t>2025. 9. 17.</a:t>
            </a:fld>
            <a:endParaRPr kumimoji="1" lang="ko-Kore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7DD0303-47D6-7A25-6ED5-8F367BADED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FA190D7-AC5C-19EA-0039-77ACBFA26A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FF13B6-280A-5742-BE36-F05EB888F786}" type="slidenum">
              <a:rPr kumimoji="1" lang="ko-Kore-KR" altLang="en-US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39324207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417CBB2C-263B-F558-1956-56172F12C4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ko-KR" altLang="en-US"/>
              <a:t>마스터 제목 스타일 편집</a:t>
            </a:r>
            <a:endParaRPr kumimoji="1" lang="ko-Kore-KR" altLang="en-US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1124C32-CE42-FD7B-B06B-3A05E1ECBC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  <a:endParaRPr kumimoji="1" lang="ko-Kore-KR" altLang="en-US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D020B94-0880-9423-5D12-A3F7B987286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31CE037-A70E-554A-95E9-E4F29F9C3583}" type="datetimeFigureOut">
              <a:rPr kumimoji="1" lang="ko-Kore-KR" altLang="en-US"/>
              <a:t>2025. 9. 17.</a:t>
            </a:fld>
            <a:endParaRPr kumimoji="1" lang="ko-Kore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850C6DD-9DC7-66CE-B6C1-8BC355C1D24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ko-Kore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981F25B-45C1-CA6C-1925-E2CED00C5DA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2FF13B6-280A-5742-BE36-F05EB888F786}" type="slidenum">
              <a:rPr kumimoji="1" lang="ko-Kore-KR" altLang="en-US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25762403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ore-K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D43D95B-37B3-D717-6743-D9BB0F61902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6800"/>
          </a:xfrm>
        </p:spPr>
        <p:txBody>
          <a:bodyPr/>
          <a:lstStyle/>
          <a:p>
            <a:r>
              <a:rPr kumimoji="1" lang="ko-Kore-KR" altLang="en-US" dirty="0">
                <a:latin typeface="BM JUA OTF" panose="02020603020101020101" pitchFamily="18" charset="-127"/>
                <a:ea typeface="BM JUA OTF" panose="02020603020101020101" pitchFamily="18" charset="-127"/>
              </a:rPr>
              <a:t>시험용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972E5FDB-587F-C5AB-2056-926C3C4634D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kumimoji="1" lang="en-US" altLang="ko-Kore-KR" sz="3600" dirty="0"/>
              <a:t>2</a:t>
            </a:r>
            <a:r>
              <a:rPr kumimoji="1" lang="en-US" altLang="ko-KR" sz="3600" dirty="0"/>
              <a:t>0232111</a:t>
            </a:r>
            <a:r>
              <a:rPr kumimoji="1" lang="ko-KR" altLang="en-US" sz="3600" dirty="0"/>
              <a:t> 조윤경</a:t>
            </a:r>
            <a:endParaRPr kumimoji="1" lang="ko-Kore-KR" altLang="en-US" sz="3600" dirty="0"/>
          </a:p>
        </p:txBody>
      </p:sp>
    </p:spTree>
    <p:extLst>
      <p:ext uri="{BB962C8B-B14F-4D97-AF65-F5344CB8AC3E}">
        <p14:creationId xmlns:p14="http://schemas.microsoft.com/office/powerpoint/2010/main" val="163267727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1570EA1-20DA-0A32-5DD7-F5235BA399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ore-KR" altLang="en-US"/>
              <a:t>제목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F3D41AA-B0DE-14F1-554E-EDF2E413BF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kumimoji="1" lang="ko-Kore-KR" altLang="en-US" sz="1600" dirty="0">
                <a:latin typeface="Nanum Brush Script" panose="03060600000000000000" pitchFamily="66" charset="-127"/>
                <a:ea typeface="Nanum Brush Script" panose="03060600000000000000" pitchFamily="66" charset="-127"/>
              </a:rPr>
              <a:t>서비스</a:t>
            </a:r>
            <a:r>
              <a:rPr kumimoji="1" lang="ko-KR" altLang="en-US" sz="1600" dirty="0">
                <a:latin typeface="Nanum Brush Script" panose="03060600000000000000" pitchFamily="66" charset="-127"/>
                <a:ea typeface="Nanum Brush Script" panose="03060600000000000000" pitchFamily="66" charset="-127"/>
              </a:rPr>
              <a:t> 시험용</a:t>
            </a:r>
            <a:endParaRPr kumimoji="1" lang="en-US" altLang="ko-KR" sz="1600" dirty="0">
              <a:latin typeface="Nanum Brush Script" panose="03060600000000000000" pitchFamily="66" charset="-127"/>
              <a:ea typeface="Nanum Brush Script" panose="03060600000000000000" pitchFamily="66" charset="-127"/>
            </a:endParaRPr>
          </a:p>
          <a:p>
            <a:r>
              <a:rPr kumimoji="1" lang="ko-KR" altLang="en-US" sz="1600" dirty="0">
                <a:latin typeface="Nanum Brush Script" panose="03060600000000000000" pitchFamily="66" charset="-127"/>
                <a:ea typeface="Nanum Brush Script" panose="03060600000000000000" pitchFamily="66" charset="-127"/>
              </a:rPr>
              <a:t>오타 검사</a:t>
            </a:r>
            <a:endParaRPr kumimoji="1" lang="en-US" altLang="ko-KR" sz="1600" dirty="0">
              <a:latin typeface="Nanum Brush Script" panose="03060600000000000000" pitchFamily="66" charset="-127"/>
              <a:ea typeface="Nanum Brush Script" panose="03060600000000000000" pitchFamily="66" charset="-127"/>
            </a:endParaRPr>
          </a:p>
          <a:p>
            <a:r>
              <a:rPr kumimoji="1" lang="ko-KR" altLang="en-US" sz="1600" dirty="0">
                <a:latin typeface="Nanum Brush Script" panose="03060600000000000000" pitchFamily="66" charset="-127"/>
                <a:ea typeface="Nanum Brush Script" panose="03060600000000000000" pitchFamily="66" charset="-127"/>
              </a:rPr>
              <a:t>오타 겸사</a:t>
            </a:r>
            <a:endParaRPr kumimoji="1" lang="en-US" altLang="ko-KR" sz="1600" dirty="0">
              <a:latin typeface="Nanum Brush Script" panose="03060600000000000000" pitchFamily="66" charset="-127"/>
              <a:ea typeface="Nanum Brush Script" panose="03060600000000000000" pitchFamily="66" charset="-127"/>
            </a:endParaRPr>
          </a:p>
          <a:p>
            <a:r>
              <a:rPr kumimoji="1" lang="ko-KR" altLang="en-US" sz="1600" dirty="0">
                <a:latin typeface="Nanum Brush Script" panose="03060600000000000000" pitchFamily="66" charset="-127"/>
                <a:ea typeface="Nanum Brush Script" panose="03060600000000000000" pitchFamily="66" charset="-127"/>
              </a:rPr>
              <a:t>안녕하심니까</a:t>
            </a:r>
            <a:endParaRPr kumimoji="1" lang="en-US" altLang="ko-Kore-KR" sz="1600" dirty="0">
              <a:latin typeface="Nanum Brush Script" panose="03060600000000000000" pitchFamily="66" charset="-127"/>
              <a:ea typeface="Nanum Brush Script" panose="03060600000000000000" pitchFamily="66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5529598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그룹 2">
            <a:extLst>
              <a:ext uri="{FF2B5EF4-FFF2-40B4-BE49-F238E27FC236}">
                <a16:creationId xmlns:a16="http://schemas.microsoft.com/office/drawing/2014/main" id="{0DD70D66-6413-1B34-07E1-C3D1CCA973E1}"/>
              </a:ext>
            </a:extLst>
          </p:cNvPr>
          <p:cNvGrpSpPr/>
          <p:nvPr/>
        </p:nvGrpSpPr>
        <p:grpSpPr>
          <a:xfrm>
            <a:off x="3647090" y="1933904"/>
            <a:ext cx="3352800" cy="3342290"/>
            <a:chOff x="2091559" y="1923393"/>
            <a:chExt cx="3352800" cy="3342290"/>
          </a:xfrm>
        </p:grpSpPr>
        <p:sp>
          <p:nvSpPr>
            <p:cNvPr id="2" name="직사각형 1">
              <a:extLst>
                <a:ext uri="{FF2B5EF4-FFF2-40B4-BE49-F238E27FC236}">
                  <a16:creationId xmlns:a16="http://schemas.microsoft.com/office/drawing/2014/main" id="{D8BABCBA-A187-8746-02D1-20E6CD22EBBE}"/>
                </a:ext>
              </a:extLst>
            </p:cNvPr>
            <p:cNvSpPr/>
            <p:nvPr/>
          </p:nvSpPr>
          <p:spPr>
            <a:xfrm>
              <a:off x="2091559" y="1923393"/>
              <a:ext cx="3352800" cy="3342290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ko-Kore-KR" altLang="en-US"/>
            </a:p>
          </p:txBody>
        </p:sp>
        <p:sp>
          <p:nvSpPr>
            <p:cNvPr id="4" name="타원 3">
              <a:extLst>
                <a:ext uri="{FF2B5EF4-FFF2-40B4-BE49-F238E27FC236}">
                  <a16:creationId xmlns:a16="http://schemas.microsoft.com/office/drawing/2014/main" id="{10C640BF-862E-D15F-D17E-52F61BBD4326}"/>
                </a:ext>
              </a:extLst>
            </p:cNvPr>
            <p:cNvSpPr/>
            <p:nvPr/>
          </p:nvSpPr>
          <p:spPr>
            <a:xfrm>
              <a:off x="2333295" y="2396359"/>
              <a:ext cx="2869325" cy="2396358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ore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19445124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</TotalTime>
  <Words>11</Words>
  <Application>Microsoft Macintosh PowerPoint</Application>
  <PresentationFormat>와이드스크린</PresentationFormat>
  <Paragraphs>7</Paragraphs>
  <Slides>3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</vt:i4>
      </vt:variant>
    </vt:vector>
  </HeadingPairs>
  <TitlesOfParts>
    <vt:vector size="9" baseType="lpstr">
      <vt:lpstr>BM JUA OTF</vt:lpstr>
      <vt:lpstr>Nanum Brush Script</vt:lpstr>
      <vt:lpstr>Aptos</vt:lpstr>
      <vt:lpstr>Aptos Display</vt:lpstr>
      <vt:lpstr>Arial</vt:lpstr>
      <vt:lpstr>Office 테마</vt:lpstr>
      <vt:lpstr>시험용</vt:lpstr>
      <vt:lpstr>제목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조윤경</dc:creator>
  <cp:lastModifiedBy>조윤경</cp:lastModifiedBy>
  <cp:revision>9</cp:revision>
  <dcterms:created xsi:type="dcterms:W3CDTF">2025-08-16T04:58:28Z</dcterms:created>
  <dcterms:modified xsi:type="dcterms:W3CDTF">2025-09-17T04:44:04Z</dcterms:modified>
</cp:coreProperties>
</file>