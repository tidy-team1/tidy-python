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5FF7CE-1F7A-E6B2-8D57-C7A08C79F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8CD106-B131-EB7C-8F3C-8D4AFF0E9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5D555-5A19-8223-5B47-AC43C3F5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138EA8-3A78-1561-57B5-5FAE0BC1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06212-972A-32E9-9020-8402BD90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2517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1AAC4-12AC-8219-7C0D-4A8EF13D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FE8FEB-EFDF-8FF3-E621-6B3A98D62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B502D3-0FEE-FEA6-0408-0C6BE6A6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6442BA-3DEA-A153-9EBC-57449C24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D998F-09D4-1B4C-C9C6-7B451C9C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4522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7ED1E-56DD-F989-C455-CE25BC98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98BF70-1A95-77BC-143E-C69820C93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1163CD-34BD-F29E-8935-DCC8859B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9A8172-1A04-925A-3886-63368CDC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9529E-D39D-A4B0-8DC6-E29E628F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9330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CFAC8-9716-9E0E-6E75-D257B035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9750E5-EB0B-6C5F-5B2C-B22DE37C6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F4FB41-8649-E246-343E-D4D4CCF21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73ADC7-61D1-0371-3BB9-EEF87735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9C434C-7435-861D-F5A7-CD368346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B07E81-9C4A-5D5F-9C79-D5FFBFAD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9862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760CC-C82B-9627-19D4-1490FFAA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7103AB-4EEA-7241-44D3-6C1B2DE26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008C7E-2499-42AC-8C7F-35A5F269B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507C38-6675-AEB8-C10A-D9DD2E23C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22EB78-2CC0-60C3-D346-F21DF620F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65E8E0-21E5-51C4-C1B1-6417CA59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B5E125-329C-D7D0-63BF-866A01538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7E2202-EEDF-147A-B91A-51F8623B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2576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69BA5-B125-4E81-1118-B3D83D72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F3A80A-8DEA-3F12-324C-A4AEDFEA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F6D0FF-AE20-7589-AED3-81E1A3CA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0EDDE-F93B-0C9E-021C-3960869E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0315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272F69-1A14-F6DD-5A71-6E4E2E7F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477526-4277-BD27-B522-DE8DF3B7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3659C6-61A9-252E-09D6-7C571910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811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A7224-295B-3540-D327-F86487EA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EB3D1F-E575-420E-632F-B1AF78CCA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3CE53-BFAF-64B8-0594-127761A45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771069-46E2-DBB4-F9A5-7D02805E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C2F2AE-A865-EA09-788A-ED594637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4BA07F-C327-16AD-C8F2-70382A59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513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BAC22-15DC-25DC-92C6-D9994F91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887504-FEF8-CBE6-2E8F-E870AA375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85CD43-40A9-690D-93BB-CC5A8BEF0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376D08-204E-BA02-1199-A76B6ECB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E26732-B21F-02F0-D9C6-EFAE4FD7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0AA7A9-E98E-9530-CD25-74CEE628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1225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8CEAD-C9CF-2A0A-EFD3-28ABE243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DE7A66-96DB-0BFD-4FE9-52B451C52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0E463-99E0-96DF-1B14-32BFCA90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A65975-62C4-3EF8-C4B8-FDA42743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992306-AAF6-9BF5-8249-CA6D7439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589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E69C3D-65A8-0218-8D9C-3562D6A08C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F85237-F5B4-0C9B-241A-913557C7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17328A-BCCF-161D-BFD8-944BDA37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0303-47D6-7A25-6ED5-8F367BAD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A190D7-AC5C-19EA-0039-77ACBFA2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324207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7CBB2C-263B-F558-1956-56172F12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124C32-CE42-FD7B-B06B-3A05E1ECB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020B94-0880-9423-5D12-A3F7B9872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CE037-A70E-554A-95E9-E4F29F9C3583}" type="datetimeFigureOut">
              <a:rPr kumimoji="1" lang="ko-Kore-KR" altLang="en-US"/>
              <a:t>2025. 9. 5.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50C6DD-9DC7-66CE-B6C1-8BC355C1D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81F25B-45C1-CA6C-1925-E2CED00C5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624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3D95B-37B3-D717-6743-D9BB0F619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6800"/>
          </a:xfrm>
        </p:spPr>
        <p:txBody>
          <a:bodyPr/>
          <a:lstStyle/>
          <a:p>
            <a:r>
              <a:rPr kumimoji="1" lang="ko-Kore-KR" altLang="en-US" dirty="0">
                <a:latin typeface="BM JUA OTF" panose="02020603020101020101" pitchFamily="18" charset="-127"/>
                <a:ea typeface="BM JUA OTF" panose="02020603020101020101" pitchFamily="18" charset="-127"/>
              </a:rPr>
              <a:t>시험용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2E5FDB-587F-C5AB-2056-926C3C4634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ko-Kore-KR" sz="3600" dirty="0"/>
              <a:t>2</a:t>
            </a:r>
            <a:r>
              <a:rPr kumimoji="1" lang="en-US" altLang="ko-KR" sz="3600" dirty="0"/>
              <a:t>0232111</a:t>
            </a:r>
            <a:r>
              <a:rPr kumimoji="1" lang="ko-KR" altLang="en-US" sz="3600" dirty="0"/>
              <a:t> 조윤경</a:t>
            </a:r>
            <a:endParaRPr kumimoji="1" lang="ko-Kore-KR" altLang="en-US" sz="3600" dirty="0"/>
          </a:p>
        </p:txBody>
      </p:sp>
      <p:pic>
        <p:nvPicPr>
          <p:cNvPr id="4" name="Picture 3" descr="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2743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7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70EA1-20DA-0A32-5DD7-F5235BA3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3D41AA-B0DE-14F1-554E-EDF2E413B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ore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서비스</a:t>
            </a:r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 시험용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오타 검사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오타 겸사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안녕하심니까</a:t>
            </a:r>
            <a:endParaRPr kumimoji="1" lang="en-US" altLang="ko-Kore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95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DD70D66-6413-1B34-07E1-C3D1CCA973E1}"/>
              </a:ext>
            </a:extLst>
          </p:cNvPr>
          <p:cNvGrpSpPr/>
          <p:nvPr/>
        </p:nvGrpSpPr>
        <p:grpSpPr>
          <a:xfrm>
            <a:off x="3647090" y="1933904"/>
            <a:ext cx="3352800" cy="3342290"/>
            <a:chOff x="2091559" y="1923393"/>
            <a:chExt cx="3352800" cy="334229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8BABCBA-A187-8746-02D1-20E6CD22EBBE}"/>
                </a:ext>
              </a:extLst>
            </p:cNvPr>
            <p:cNvSpPr/>
            <p:nvPr/>
          </p:nvSpPr>
          <p:spPr>
            <a:xfrm>
              <a:off x="2091559" y="1923393"/>
              <a:ext cx="3352800" cy="33422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0C640BF-862E-D15F-D17E-52F61BBD4326}"/>
                </a:ext>
              </a:extLst>
            </p:cNvPr>
            <p:cNvSpPr/>
            <p:nvPr/>
          </p:nvSpPr>
          <p:spPr>
            <a:xfrm>
              <a:off x="2333295" y="2396359"/>
              <a:ext cx="2869325" cy="2396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451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</Words>
  <Application>Microsoft Macintosh PowerPoint</Application>
  <PresentationFormat>와이드스크린</PresentationFormat>
  <Paragraphs>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BM JUA OTF</vt:lpstr>
      <vt:lpstr>Nanum Brush Script</vt:lpstr>
      <vt:lpstr>Aptos</vt:lpstr>
      <vt:lpstr>Aptos Display</vt:lpstr>
      <vt:lpstr>Arial</vt:lpstr>
      <vt:lpstr>Office 테마</vt:lpstr>
      <vt:lpstr>시험용</vt:lpstr>
      <vt:lpstr>제목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조윤경</dc:creator>
  <cp:lastModifiedBy>조윤경</cp:lastModifiedBy>
  <cp:revision>7</cp:revision>
  <dcterms:created xsi:type="dcterms:W3CDTF">2025-08-16T04:58:28Z</dcterms:created>
  <dcterms:modified xsi:type="dcterms:W3CDTF">2025-09-05T06:58:06Z</dcterms:modified>
</cp:coreProperties>
</file>