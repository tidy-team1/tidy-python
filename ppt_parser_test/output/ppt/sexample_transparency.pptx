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FF7CE-1F7A-E6B2-8D57-C7A08C79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8CD106-B131-EB7C-8F3C-8D4AFF0E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5D555-5A19-8223-5B47-AC43C3F5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38EA8-3A78-1561-57B5-5FAE0BC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6212-972A-32E9-9020-8402BD90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517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AC4-12AC-8219-7C0D-4A8EF13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E8FEB-EFDF-8FF3-E621-6B3A98D6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502D3-0FEE-FEA6-0408-0C6BE6A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442BA-3DEA-A153-9EBC-57449C24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998F-09D4-1B4C-C9C6-7B451C9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52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7ED1E-56DD-F989-C455-CE25BC98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98BF70-1A95-77BC-143E-C69820C9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163CD-34BD-F29E-8935-DCC8859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A8172-1A04-925A-3886-63368CD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9529E-D39D-A4B0-8DC6-E29E628F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33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CFAC8-9716-9E0E-6E75-D257B03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750E5-EB0B-6C5F-5B2C-B22DE37C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4FB41-8649-E246-343E-D4D4CCF2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3ADC7-61D1-0371-3BB9-EEF8773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9C434C-7435-861D-F5A7-CD36834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07E81-9C4A-5D5F-9C79-D5FFBFAD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98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0CC-C82B-9627-19D4-1490FFA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03AB-4EEA-7241-44D3-6C1B2DE2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08C7E-2499-42AC-8C7F-35A5F269B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07C38-6675-AEB8-C10A-D9DD2E23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22EB78-2CC0-60C3-D346-F21DF620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5E8E0-21E5-51C4-C1B1-6417CA59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5E125-329C-D7D0-63BF-866A0153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E2202-EEDF-147A-B91A-51F8623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76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69BA5-B125-4E81-1118-B3D83D7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F3A80A-8DEA-3F12-324C-A4AEDFEA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6D0FF-AE20-7589-AED3-81E1A3CA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0EDDE-F93B-0C9E-021C-3960869E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31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72F69-1A14-F6DD-5A71-6E4E2E7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477526-4277-BD27-B522-DE8DF3B7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659C6-61A9-252E-09D6-7C571910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81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7224-295B-3540-D327-F86487EA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B3D1F-E575-420E-632F-B1AF78C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3CE53-BFAF-64B8-0594-127761A4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71069-46E2-DBB4-F9A5-7D02805E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2F2AE-A865-EA09-788A-ED5946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BA07F-C327-16AD-C8F2-70382A5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AC22-15DC-25DC-92C6-D9994F91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87504-FEF8-CBE6-2E8F-E870AA375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85CD43-40A9-690D-93BB-CC5A8BEF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376D08-204E-BA02-1199-A76B6EC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26732-B21F-02F0-D9C6-EFAE4FD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AA7A9-E98E-9530-CD25-74CEE628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22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8CEAD-C9CF-2A0A-EFD3-28ABE24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E7A66-96DB-0BFD-4FE9-52B451C5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0E463-99E0-96DF-1B14-32BFCA90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65975-62C4-3EF8-C4B8-FDA4274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92306-AAF6-9BF5-8249-CA6D743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E69C3D-65A8-0218-8D9C-3562D6A08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F85237-F5B4-0C9B-241A-913557C7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328A-BCCF-161D-BFD8-944BDA37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0303-47D6-7A25-6ED5-8F367BA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190D7-AC5C-19EA-0039-77ACBFA2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24207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CBB2C-263B-F558-1956-56172F1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24C32-CE42-FD7B-B06B-3A05E1EC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20B94-0880-9423-5D12-A3F7B987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0C6DD-9DC7-66CE-B6C1-8BC355C1D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1F25B-45C1-CA6C-1925-E2CED00C5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624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D95B-37B3-D717-6743-D9BB0F61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800"/>
          </a:xfrm>
        </p:spPr>
        <p:txBody>
          <a:bodyPr/>
          <a:lstStyle/>
          <a:p>
            <a:r>
              <a:rPr kumimoji="1" lang="ko-Kore-KR" altLang="en-US" dirty="0">
                <a:latin typeface="BM JUA OTF" panose="02020603020101020101" pitchFamily="18" charset="-127"/>
                <a:ea typeface="BM JUA OTF" panose="02020603020101020101" pitchFamily="18" charset="-127"/>
              </a:rPr>
              <a:t>시험용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E5FDB-587F-C5AB-2056-926C3C463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600" dirty="0"/>
              <a:t>2</a:t>
            </a:r>
            <a:r>
              <a:rPr kumimoji="1" lang="en-US" altLang="ko-KR" sz="3600" dirty="0"/>
              <a:t>0232111</a:t>
            </a:r>
            <a:r>
              <a:rPr kumimoji="1" lang="ko-KR" altLang="en-US" sz="3600" dirty="0"/>
              <a:t> 조윤경</a:t>
            </a:r>
            <a:endParaRPr kumimoji="1" lang="ko-Kore-KR" altLang="en-US" sz="3600" dirty="0"/>
          </a:p>
        </p:txBody>
      </p:sp>
      <p:pic>
        <p:nvPicPr>
          <p:cNvPr id="4" name="Picture 3" descr="new_img.png"/>
          <p:cNvPicPr>
            <a:picLocks noChangeAspect="1"/>
          </p:cNvPicPr>
          <p:nvPr/>
        </p:nvPicPr>
        <p:blipFill>
          <a:blip r:embed="rId2">
            <a:alpha val="50000"/>
          </a:blip>
          <a:stretch>
            <a:fillRect/>
          </a:stretch>
        </p:blipFill>
        <p:spPr>
          <a:xfrm>
            <a:off x="1828800" y="1828800"/>
            <a:ext cx="2743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7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70EA1-20DA-0A32-5DD7-F5235BA3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D41AA-B0DE-14F1-554E-EDF2E413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서비스</a:t>
            </a:r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 시험용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검사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겸사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안녕하심니까</a:t>
            </a:r>
            <a:endParaRPr kumimoji="1" lang="en-US" altLang="ko-Kore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95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DD70D66-6413-1B34-07E1-C3D1CCA973E1}"/>
              </a:ext>
            </a:extLst>
          </p:cNvPr>
          <p:cNvGrpSpPr/>
          <p:nvPr/>
        </p:nvGrpSpPr>
        <p:grpSpPr>
          <a:xfrm>
            <a:off x="3647090" y="1933904"/>
            <a:ext cx="3352800" cy="3342290"/>
            <a:chOff x="2091559" y="1923393"/>
            <a:chExt cx="3352800" cy="334229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8BABCBA-A187-8746-02D1-20E6CD22EBBE}"/>
                </a:ext>
              </a:extLst>
            </p:cNvPr>
            <p:cNvSpPr/>
            <p:nvPr/>
          </p:nvSpPr>
          <p:spPr>
            <a:xfrm>
              <a:off x="2091559" y="1923393"/>
              <a:ext cx="3352800" cy="33422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0C640BF-862E-D15F-D17E-52F61BBD4326}"/>
                </a:ext>
              </a:extLst>
            </p:cNvPr>
            <p:cNvSpPr/>
            <p:nvPr/>
          </p:nvSpPr>
          <p:spPr>
            <a:xfrm>
              <a:off x="2333295" y="2396359"/>
              <a:ext cx="2869325" cy="2396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5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Macintosh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BM JUA OTF</vt:lpstr>
      <vt:lpstr>Nanum Brush Script</vt:lpstr>
      <vt:lpstr>Aptos</vt:lpstr>
      <vt:lpstr>Aptos Display</vt:lpstr>
      <vt:lpstr>Arial</vt:lpstr>
      <vt:lpstr>Office 테마</vt:lpstr>
      <vt:lpstr>시험용</vt:lpstr>
      <vt:lpstr>제목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7</cp:revision>
  <dcterms:created xsi:type="dcterms:W3CDTF">2025-08-16T04:58:28Z</dcterms:created>
  <dcterms:modified xsi:type="dcterms:W3CDTF">2025-09-05T06:58:06Z</dcterms:modified>
</cp:coreProperties>
</file>